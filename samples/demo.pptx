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" d="100"/>
          <a:sy n="15" d="100"/>
        </p:scale>
        <p:origin x="9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D2CA-D978-FF75-710F-AA1F9CEBB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69E69-67AB-43B3-5F34-C6CC83A61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7478-371B-3960-BA8B-35C4E7C8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922D7-7800-26B9-FD42-61E99450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1D329-6863-0F2A-931C-29DFADF7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98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E465-3136-1C19-3B30-9B71559E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9E19E-46F4-7448-B3C0-7E54F9F5D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D8AF2-0031-AE67-9144-8C8F4512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ED32E-0265-5B9D-BF57-E90537CD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332F6-BFC4-0E97-7992-C14E7FF76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55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9CDE-EFA3-9A3E-DA31-DBED8C05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CAB30-BF34-D97C-FF82-4F75DCCDD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85610-B356-22C4-89F3-8DF6AE0B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809D2-DD0C-10C3-99F4-49A16EAEA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97000-70D7-13BC-2EAD-D92DD549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291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2AD1-00A0-7205-B759-79DEBE90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93CB-B92E-95AC-8EA6-18B91DC02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7C83B-6E5B-92BC-CA23-CF1810B65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27320-8BBB-EF9A-1B45-841D90FF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90A78-0499-B4FD-CDF5-BCD0548E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3F7A0-9FC2-3535-38FD-1EAF594B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328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8E3A-1F5E-4B20-3EBC-C01DF462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31D7D-D88B-FBCD-8BE5-25C06EC79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1FE2A-9A33-3D6E-1267-E0DBEBD22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6B4B5-A40C-24C9-C8CB-E5C2C87C8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D58E2-CD5E-572E-267B-9AF400EC4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C3818-945A-3D1C-9EEC-2136E99F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4C4BE-EA75-3923-39AF-5C1AF8F46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95DCB-0ED6-F4FA-4091-8FD133A3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075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D10F-C9BC-BA54-D9C5-BBF12700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21ABB-CD14-FE57-5664-4CD430C6B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728D3-9BEE-D400-8D48-66259804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C94C4-BF1F-BAE9-52D8-E02461EA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71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9BA63-B817-40AB-23E6-455B0C3D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F97A9-6D33-6C18-B5BD-74BCDA70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A7E0A-3C4D-C964-2514-ECC3DD53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23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0EA3-435C-C139-C194-EF3F0C658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12215-C9C7-5980-E1D2-1F9ADAE77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EEACC-7D25-29F0-9B85-F3AABCC78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F1A9A-B956-8DF6-F11C-4B668197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AF808-8380-6172-F99D-EB4D5F16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29D38-7FE3-8AE2-B151-9F1E30D3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180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91BF-11F2-0CA7-58AA-F6FE5089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16555-50CB-8693-1113-E8F88D8E5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070E1-5FC0-814E-3477-EAA604B80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85519-2726-ACC7-2E71-46BC2192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B9173-B903-E722-8156-C9839551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63D86-43DE-3774-A326-5EDE41EA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665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A794-C735-1A3A-1F61-F9163A78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4AA03-622C-31F6-BA3B-04BE2986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8C2CA-A5C7-A761-E8EE-2EFBF5BB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D5852-3523-9443-904E-D4F4E0DD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52014-401A-B37A-2337-3D463085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528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3E8D7C-B94D-97F3-E17B-22C8C4934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83077-8B89-44C0-6CB0-6AF7FC5FF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8B177-F043-25C1-A075-21BD2D0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EB9A1-EF70-F855-2129-19728C34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1B0B8-09EF-4D80-F593-1EBF3584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991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BC7B-DEBE-5C7B-4506-57766AFA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903AA-CD10-59A8-C853-27C5A8BAF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3686C-A61E-EEC0-F77E-C263DC1E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279A-492E-4250-BC1F-2B84455C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2BF28-13A4-0074-304F-0AE3FA31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923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C8515B-E1D6-83BE-1FA4-332CE330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35FC9-7664-7DD1-1322-33B6BC2F1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C9907-BC83-610C-ED84-EFCEF8C14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C0675-7094-4842-9BC4-F0C76A2B2742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7D7E9-8C5C-B581-300B-F2B4B6F75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6DF4-6388-F315-FE4C-096229279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4CE56-C53D-475F-9762-9C8032B7C0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388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DE2B-314C-CBAE-86C9-3EACD73B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Slide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CBED3-477B-FCA5-CFDA-4F9578224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Demo PptRemote - slide 1 di 5</a:t>
            </a:r>
          </a:p>
        </p:txBody>
      </p:sp>
    </p:spTree>
    <p:extLst>
      <p:ext uri="{BB962C8B-B14F-4D97-AF65-F5344CB8AC3E}">
        <p14:creationId xmlns:p14="http://schemas.microsoft.com/office/powerpoint/2010/main" val="395688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AE96-CB2B-944E-3592-F8B51EFC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Slide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03D03-80A7-71E7-672D-4F072E87C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Demo PptRemote - slide 2 di 5</a:t>
            </a:r>
          </a:p>
        </p:txBody>
      </p:sp>
    </p:spTree>
    <p:extLst>
      <p:ext uri="{BB962C8B-B14F-4D97-AF65-F5344CB8AC3E}">
        <p14:creationId xmlns:p14="http://schemas.microsoft.com/office/powerpoint/2010/main" val="4006627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A71E-5D4F-FC7B-B700-212EDA55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Slide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6C12B-32B2-0086-907F-4A095AA2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Demo PptRemote - slide 3 di 5</a:t>
            </a:r>
          </a:p>
        </p:txBody>
      </p:sp>
    </p:spTree>
    <p:extLst>
      <p:ext uri="{BB962C8B-B14F-4D97-AF65-F5344CB8AC3E}">
        <p14:creationId xmlns:p14="http://schemas.microsoft.com/office/powerpoint/2010/main" val="19918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00A3-7D50-0191-323F-5DE37BB2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Slide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AA069-BF49-DDA5-CDBD-917634561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Demo PptRemote - slide 4 di 5</a:t>
            </a:r>
          </a:p>
        </p:txBody>
      </p:sp>
    </p:spTree>
    <p:extLst>
      <p:ext uri="{BB962C8B-B14F-4D97-AF65-F5344CB8AC3E}">
        <p14:creationId xmlns:p14="http://schemas.microsoft.com/office/powerpoint/2010/main" val="348542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2E3A1-5F0C-0446-80DF-9B9AC4F4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Slide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478EF-EA8A-EBEF-EC9B-3B6045C62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Demo PptRemote - slide 5 di 5</a:t>
            </a:r>
          </a:p>
        </p:txBody>
      </p:sp>
    </p:spTree>
    <p:extLst>
      <p:ext uri="{BB962C8B-B14F-4D97-AF65-F5344CB8AC3E}">
        <p14:creationId xmlns:p14="http://schemas.microsoft.com/office/powerpoint/2010/main" val="235710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Custom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evangelisti</dc:creator>
  <cp:lastModifiedBy>alessandro evangelisti</cp:lastModifiedBy>
  <cp:revision>1</cp:revision>
  <dcterms:created xsi:type="dcterms:W3CDTF">2026-10-24T19:24:17Z</dcterms:created>
  <dcterms:modified xsi:type="dcterms:W3CDTF">2026-10-24T19:24:20Z</dcterms:modified>
</cp:coreProperties>
</file>